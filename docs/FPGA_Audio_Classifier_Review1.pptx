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90688" y="27432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83296" y="27432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904" y="27432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2" y="27432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09728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0688" y="109728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83296" y="109728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75904" y="109728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68512" y="109728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92024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0688" y="192024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192024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192024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192024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274320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0688" y="274320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83296" y="274320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5904" y="274320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68512" y="274320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356616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90688" y="356616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83296" y="356616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5904" y="356616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8512" y="356616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438912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438912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3296" y="438912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75904" y="438912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68512" y="4389120"/>
            <a:ext cx="64008" cy="64008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</a:rPr>
              <a:t>VLSI / FPGA PROJECT  ·  FIRST REVIEW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100584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Real-Time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Classification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457200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</a:rPr>
              <a:t>Edge sound detection system — no cloud, no latency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7200" y="3291840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Platform: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Cyclone IV E · DE2-115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Tool: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Quartus Prime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Sample Rate: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48 kHz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FFT Size: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512-point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Mode: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Single Floating Point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06640" y="1737360"/>
            <a:ext cx="1463040" cy="1463040"/>
          </a:xfrm>
          <a:prstGeom prst="rect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06640" y="17373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FFT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512pt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Float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430M+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Hearing impaired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globally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WHO estimate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86868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8686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Emergency sounds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missed daily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without assistive tech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265176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3F5E"/>
                </a:solidFill>
              </a:rPr>
              <a:t>&gt;500ms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Cloud latency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risk for alerts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unacceptable for safety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0815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815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30449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Deaf and hard-of-hearing users cannot perceive critical environmental sounds — doorbell, fire alarm, attention signals.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30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30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593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Existing solutions depend on smartphones and cloud APIs, introducing unacceptable latency and failure points.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1788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788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41422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A dedicated edge device running entirely on FPGA hardware solves both problems: sub-10ms response, zero cloud dependency.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508760" cy="1371600"/>
          </a:xfrm>
          <a:prstGeom prst="rect">
            <a:avLst/>
          </a:prstGeom>
          <a:solidFill>
            <a:srgbClr val="0D9488">
              <a:alpha val="25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515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sample_gen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1572768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512-sample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frames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1645920"/>
            <a:ext cx="38404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1563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960120"/>
            <a:ext cx="1508760" cy="1371600"/>
          </a:xfrm>
          <a:prstGeom prst="rect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960120"/>
            <a:ext cx="1508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0515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fft_block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1572768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Time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Frequency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645920"/>
            <a:ext cx="38404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563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960120"/>
            <a:ext cx="1508760" cy="1371600"/>
          </a:xfrm>
          <a:prstGeom prst="rect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0" y="960120"/>
            <a:ext cx="1508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10515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magnitude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1572768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Complex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Amplitude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1645920"/>
            <a:ext cx="38404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1563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960120"/>
            <a:ext cx="1508760" cy="1371600"/>
          </a:xfrm>
          <a:prstGeom prst="rect">
            <a:avLst/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96012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10515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572768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Band energy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classifier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1645920"/>
            <a:ext cx="38404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563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960120"/>
            <a:ext cx="1508760" cy="1371600"/>
          </a:xfrm>
          <a:prstGeom prst="rect">
            <a:avLst/>
          </a:prstGeom>
          <a:solidFill>
            <a:srgbClr val="F43F5E">
              <a:alpha val="25000"/>
            </a:srgbClr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960120"/>
            <a:ext cx="150876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10515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1572768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LED + 7-seg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display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" y="24688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AXI-Stream handshake (valid · ready · sop · eop) across all stages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834640"/>
            <a:ext cx="8595360" cy="201168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2907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Frequency Band Mapping  ·  Δf = 48000 ÷ 512 = 93.75 Hz/bin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246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Sound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0" y="3246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Frequency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Bins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3246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Detection Logic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3630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Alarm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286000" y="3630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~800 Hz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3630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 – 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3630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energy_alarm &gt; THRESHOLD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630168"/>
            <a:ext cx="8229600" cy="0"/>
          </a:xfrm>
          <a:prstGeom prst="line">
            <a:avLst/>
          </a:prstGeom>
          <a:noFill/>
          <a:ln w="381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0142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Doorbell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286000" y="40142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~1 kHz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0" y="4014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 – 13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77840" y="40142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energy_doorbell &gt; energy_alarm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014216"/>
            <a:ext cx="8229600" cy="0"/>
          </a:xfrm>
          <a:prstGeom prst="line">
            <a:avLst/>
          </a:prstGeom>
          <a:noFill/>
          <a:ln w="381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3982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Attention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286000" y="43982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~3 kHz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14800" y="43982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29 – 35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577840" y="43982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energy_attention is max of all three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4398264"/>
            <a:ext cx="8229600" cy="0"/>
          </a:xfrm>
          <a:prstGeom prst="line">
            <a:avLst/>
          </a:prstGeom>
          <a:noFill/>
          <a:ln w="3810">
            <a:solidFill>
              <a:srgbClr val="0D9488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</a:rPr>
              <a:t>KEY VERILOG MODULES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9144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93268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326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Classifier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detection_block.v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Accumulates FFT magnitude into 3 frequency bands per frame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4447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Compares band energies at EOP with adjustable threshold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Outputs 2-bit sound code: 00=silence, 01=alarm, 10=doorbell, 11=attention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Non-overlapping bands: Alarm 6–8, Doorbell 9–13, Attention 29–35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8595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91440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230428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3042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Math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magnitude_block.v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633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Extracts amplitude from IEEE-754 complex FFT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816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Approximation: max(|real|, |imag|) — avoids FP multipliers on FPGA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9992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Strips sign bit and compares 31-bit unsigned values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1821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Preserves magnitude ordering — valid for relative comparison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8595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66160"/>
            <a:ext cx="91440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0" y="367588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36758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IP Wrapper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fft_block.v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Wraps Vivado-extracted xfft_0 with Altera sink/source naming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1879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Translates AXI-Stream ↔ Altera streaming port conventions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3708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Generates source_sop from output frame counter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5537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– Forward FFT, 512-point, single floating-point, natural order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</a:rPr>
              <a:t>PERFORMANCE METRICS  ·  SIMULATION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417320"/>
          </a:xfrm>
          <a:prstGeom prst="rect">
            <a:avLst/>
          </a:prstGeom>
          <a:solidFill>
            <a:srgbClr val="0F20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10.67 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End-to-end latency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512 samples @ 48 kHz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1920240" cy="1417320"/>
          </a:xfrm>
          <a:prstGeom prst="rect">
            <a:avLst/>
          </a:prstGeom>
          <a:solidFill>
            <a:srgbClr val="0F204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82296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21.33 ms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0592" y="1536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Throughput latency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0592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1024 cycles @ 48 kHz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822960"/>
            <a:ext cx="1920240" cy="1417320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82296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93.75 Hz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26864" y="1536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Frequency resolution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Δf = 48000 ÷ 512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822960"/>
            <a:ext cx="1920240" cy="1417320"/>
          </a:xfrm>
          <a:prstGeom prst="rect">
            <a:avLst/>
          </a:prstGeom>
          <a:solidFill>
            <a:srgbClr val="0F2040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822960"/>
            <a:ext cx="19202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&lt; 100 ms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03136" y="1536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met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03136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Real-time threshold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Output Encoding — DE2-115 Board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8412480" cy="3931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28072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27632" y="28072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Sound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16352" y="28072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LED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22192" y="28072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7-Seg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2807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Frequency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209544"/>
            <a:ext cx="8412480" cy="393192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3227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2'b00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27632" y="3227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Silence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16352" y="32278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off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22192" y="3227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28032" y="32278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630168"/>
            <a:ext cx="8412480" cy="39319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" y="36484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2'b01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627632" y="36484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Alarm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16352" y="36484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LED0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22192" y="3648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28032" y="36484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~800 Hz (bins 6–8)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050792"/>
            <a:ext cx="8412480" cy="393192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" y="4069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2'b10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627632" y="4069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Doorbell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816352" y="40690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LED1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822192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28032" y="4069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~1 kHz (bins 9–13)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471416"/>
            <a:ext cx="8412480" cy="39319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0" name="Text 48"/>
          <p:cNvSpPr/>
          <p:nvPr/>
        </p:nvSpPr>
        <p:spPr>
          <a:xfrm>
            <a:off x="438912" y="44897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2'b11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627632" y="44897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Attention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816352" y="44897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LED2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822192" y="44897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28032" y="4489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~3 kHz (bins 29–35)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</a:rPr>
              <a:t>UPGRADE ROADMAP  ·  HACKATHON READINESS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371600" cy="91440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Layer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Bug fixes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93268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▸  Separate band ranges — no overlap between Alarm &amp; Doorbell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28016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▸  Add mag_valid delay — align timing of valid/sop/eop with magnitude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1371600" cy="9144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920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Layer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Reliability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198424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▸  5-frame majority voting — reject transient noise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33172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▸  Confidence score on HEX display (e.g. 85% doorbell)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1371600" cy="9144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971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Layer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337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Demo impact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303580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▸  INMP441 I2S MEMS mic — replace ramp with real audio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338328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▸  UART live dashboard — stream results to PC in real 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977640"/>
            <a:ext cx="1371600" cy="914400"/>
          </a:xfrm>
          <a:prstGeom prst="rect">
            <a:avLst/>
          </a:prstGeom>
          <a:solidFill>
            <a:srgbClr val="F43F5E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023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</a:rPr>
              <a:t>Layer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389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Narrative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408736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▸  Use case: assistive tech for hearing impaired (430M globally)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443484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▸  Pitch: edge safety device, wearable-ready, zero cloud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</a:rPr>
              <a:t>CONCLUSION  · 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What is built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170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Complete 5-stage FPGA streaming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93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572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512-point FFT with floating-point support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9751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Band-energy based sound classifier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377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testbench with watchdog &amp; monitor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163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27797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Vivado-to-Quartus FFT migration wrapper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822960"/>
            <a:ext cx="0" cy="3840480"/>
          </a:xfrm>
          <a:prstGeom prst="line">
            <a:avLst/>
          </a:prstGeom>
          <a:noFill/>
          <a:ln w="63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21615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2161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38928" y="1170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Hardware test on DE2-115 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61848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618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38928" y="1572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Connect INMP441 I2S microphone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02082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0208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19751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Tune THRESHOLD for real audio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4231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4231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38928" y="2377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Add multi-frame majority voting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82549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8254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38928" y="27797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Prepare IEEE paper / demo video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</a:rPr>
              <a:t>"Real-time FPGA edge audio classifier — assistive tech for the hearing impaired.  No cloud.  No latency.  Just hardware."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Audio Classification System</dc:title>
  <dc:subject>PptxGenJS Presentation</dc:subject>
  <dc:creator>PptxGenJS</dc:creator>
  <cp:lastModifiedBy>PptxGenJS</cp:lastModifiedBy>
  <cp:revision>1</cp:revision>
  <dcterms:created xsi:type="dcterms:W3CDTF">2026-03-31T06:41:43Z</dcterms:created>
  <dcterms:modified xsi:type="dcterms:W3CDTF">2026-03-31T06:41:43Z</dcterms:modified>
</cp:coreProperties>
</file>